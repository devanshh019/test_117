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REVIEW API 510 REMAINING LIFE STANDARDS AND AND DE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Technical Presentation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Review Api 510 Remaining Life Standards And And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Technical Assessment Summary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Engineering Verification &amp;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