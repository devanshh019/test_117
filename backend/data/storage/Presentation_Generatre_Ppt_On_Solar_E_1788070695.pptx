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GENERATRE PPT ON SOLAR ENERGY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Technical Presentation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Solar Energy – A Sustainable Future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Subtitle: Understanding the Potential of the Sun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Image: A vibrant image of a solar panel installation – ideally a rooftop array or a large solar farm.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Your Name/Organization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Introduction – The Need for Renewable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Why Solar?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Global energy demand is increasing rapidly.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Traditional fossil fuels contribute to climate change and air pollution.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Solar energy offers a clean, renewable alternative.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How Solar Energy Works – 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Converting Sunlight to Electricity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Solar panels (photovoltaic cells) convert sunlight directly into electricity through the photovoltaic effect.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Photons (light particles) excite electrons in the semiconductor material, creating an electric current.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This current is then used to power devices or stored in batteries.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Types of Solar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Different Approaches to Solar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Photovoltaic (PV) Solar:  Most common, direct conversion of sunlight to electricity. (Mention silicon-based panels)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Concentrated Solar Power (CSP): Uses mirrors to focus sunlight and heat a fluid to generate electricity. (Briefly explain thermal energy conversion)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Solar Thermal: Uses sunlight to directly heat water or air for domestic or industrial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Solar Irradiance and Energy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Measuring Solar Power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Solar irradiance is the measure of the sun's power reaching a surface. It's typically measured in Watts per square meter (W/m²).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Energy production depends on irradiance, panel efficiency, and system size.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Python Code: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Print the irradiance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Image: A graph showing solar irradiance over a 24-hour period (simulated data).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Solar Panel Efficiency &amp;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Performance and Economics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Solar panel efficiency (percentage of sunlight converted to electricity) varies (typically 15-22% for commercial panels).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Costs have decreased dramatically in recent years, making solar increasingly competitive.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Government incentives (tax credits, rebates) can further reduce the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Solar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Where is Solar Used?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Residential: Rooftop solar for homes.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Commercial: Solar panels on businesses and industrial buildings.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Utility-Scale Solar Farms: Large arrays of solar panels generating electricity for the grid.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Benefits of Solar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The Advantages of Going Solar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Renewable &amp; Sustainable:  Virtually inexhaustible resource.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Clean Energy: Reduces greenhouse gas emissions.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Reduced Energy Bills: Lower electricity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Challenges &amp; Future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Looking Ahead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Intermittency: Solar power generation varies with sunlight availability. (Mention energy storage solutions – batteries)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Land Use: Large solar farms require significant land area.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Future Trends: Perovskite solar cells, floating solar farms, and improved energy storage technologies.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 A Bright Future with Solar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Text: Solar energy is a vital part of a sustainable energy future.  Continued innovation and deployment will play a crucial role in addressing climate change and meeting global energy needs.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Image:  A final inspiring image of a thriving community powered by solar energy.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Title: Questions &amp; Discussion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Notes: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Visuals are Key: Use high-quality images and graphics to make the presentation engaging.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Keep it Concise:  Limit the amount of text on each slide.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Tailor to Audience: Adjust the level of detail based on the audience's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