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AF8F5"/>
                </a:solidFill>
              </a:defRPr>
            </a:pPr>
            <a:r>
              <a:t>POWER PLANT STEAM CYCLE AUDIT</a:t>
            </a:r>
          </a:p>
          <a:p>
            <a:pPr>
              <a:spcBef>
                <a:spcPts val="1200"/>
              </a:spcBef>
              <a:defRPr sz="1800">
                <a:solidFill>
                  <a:srgbClr val="EA580C"/>
                </a:solidFill>
              </a:defRPr>
            </a:pPr>
            <a:r>
              <a:t>Turnaround Inspection 2026</a:t>
            </a:r>
          </a:p>
          <a:p>
            <a:pPr>
              <a:spcBef>
                <a:spcPts val="1000"/>
              </a:spcBef>
              <a:defRPr sz="1100">
                <a:solidFill>
                  <a:srgbClr val="A8A29E"/>
                </a:solidFill>
              </a:defRPr>
            </a:pPr>
            <a:r>
              <a:t>CONFIDENTIAL // SOVEREIGN AIR-GAPPED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Boiler integrity 98.4%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No critical wall loss detected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Directives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Schedule inspection for Q3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Verify relief valves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