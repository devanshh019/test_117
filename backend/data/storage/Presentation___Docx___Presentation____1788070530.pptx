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3600">
                <a:solidFill>
                  <a:srgbClr val="FAF8F5"/>
                </a:solidFill>
              </a:defRPr>
            </a:pPr>
            <a:r>
              <a:t>(.DOCX), PRESENTATION (.PPTX), AND EXCEL (.XLSX).</a:t>
            </a:r>
          </a:p>
          <a:p>
            <a:pPr>
              <a:spcBef>
                <a:spcPts val="1200"/>
              </a:spcBef>
              <a:defRPr sz="1800">
                <a:solidFill>
                  <a:srgbClr val="EA580C"/>
                </a:solidFill>
              </a:defRPr>
            </a:pPr>
            <a:r>
              <a:t>Technical Presentation</a:t>
            </a:r>
          </a:p>
          <a:p>
            <a:pPr>
              <a:spcBef>
                <a:spcPts val="1000"/>
              </a:spcBef>
              <a:defRPr sz="1100">
                <a:solidFill>
                  <a:srgbClr val="A8A29E"/>
                </a:solidFill>
              </a:defRPr>
            </a:pPr>
            <a:r>
              <a:t>CONFIDENTIAL // SOVEREIGN AIR-GAPPED WORKBENCH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C1917"/>
                </a:solidFill>
              </a:defRPr>
            </a:pPr>
            <a:r>
              <a:t>(.Docx), Presentation (.Pptx), And Excel (.Xlsx).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Technical Assessment Summary</a:t>
            </a:r>
          </a:p>
          <a:p>
            <a:pPr>
              <a:spcAft>
                <a:spcPts val="1400"/>
              </a:spcAft>
              <a:defRPr sz="1700">
                <a:solidFill>
                  <a:srgbClr val="44403C"/>
                </a:solidFill>
              </a:defRPr>
            </a:pPr>
            <a:r>
              <a:t>•  Engineering Verification &amp;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